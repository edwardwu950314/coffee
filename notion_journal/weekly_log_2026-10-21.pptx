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JhengHei"/>
              </a:rPr>
              <a:t>咖啡豆分選機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E8DCCB"/>
                </a:solidFill>
                <a:latin typeface="Microsoft JhengHei"/>
              </a:rPr>
              <a:t>週工作進度報告：即時辨識與 Jetson 端程式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77D2E"/>
                </a:solidFill>
                <a:latin typeface="Microsoft JhengHei"/>
              </a:rPr>
              <a:t>2026/10/15 – 10/21　｜　報告人：吳泰羲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本週成果：從「離線模型」走到「即時辨識」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C77D2E"/>
                </a:solidFill>
                <a:latin typeface="Microsoft Jheng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支新程式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webcam.py、bean_classifier.py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554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47872" y="19202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C77D2E"/>
                </a:solidFill>
                <a:latin typeface="Microsoft JhengHei"/>
              </a:rPr>
              <a:t>6 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1089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同畫面逐顆偵測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361188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分散的豆子全部框出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4224" y="19202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C77D2E"/>
                </a:solidFill>
                <a:latin typeface="Microsoft JhengHei"/>
              </a:rPr>
              <a:t>12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31089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原圖判對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61188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水洗 好豆 6、壞豆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1554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0576" y="19202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C77D2E"/>
                </a:solidFill>
                <a:latin typeface="Microsoft JhengHei"/>
              </a:rPr>
              <a:t>70~100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31089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單顆辨識時間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361188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本機 GPU；Jetson 待測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06424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dirty="0" err="1">
                <a:solidFill>
                  <a:srgbClr val="2B2B2B"/>
                </a:solidFill>
                <a:latin typeface="Microsoft JhengHei"/>
              </a:rPr>
              <a:t>沿用既有模型，本週沒有重新訓練</a:t>
            </a:r>
            <a:r>
              <a:rPr sz="1700" b="0" dirty="0">
                <a:solidFill>
                  <a:srgbClr val="2B2B2B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本週目標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B2B2B"/>
                </a:solidFill>
                <a:latin typeface="Microsoft JhengHei"/>
              </a:rPr>
              <a:t>寫一個用鏡頭即時辨識咖啡豆好壞的程式（先用電腦 webcam，再改手機鏡頭）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29184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B2B2B"/>
                </a:solidFill>
                <a:latin typeface="Microsoft JhengHei"/>
              </a:rPr>
              <a:t>依 Arduino 端提供的通訊規格，寫好 Jetson Nano 端的辨識程式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dirty="0" err="1">
                <a:solidFill>
                  <a:srgbClr val="6B6B6B"/>
                </a:solidFill>
                <a:latin typeface="Microsoft JhengHei"/>
              </a:rPr>
              <a:t>兩項皆完成；Jetson</a:t>
            </a:r>
            <a:r>
              <a:rPr sz="1800" b="0" dirty="0">
                <a:solidFill>
                  <a:srgbClr val="6B6B6B"/>
                </a:solidFill>
                <a:latin typeface="Microsoft JhengHei"/>
              </a:rPr>
              <a:t> </a:t>
            </a:r>
            <a:r>
              <a:rPr sz="1800" b="0" dirty="0" err="1">
                <a:solidFill>
                  <a:srgbClr val="6B6B6B"/>
                </a:solidFill>
                <a:latin typeface="Microsoft JhengHei"/>
              </a:rPr>
              <a:t>端只驗證了辨識部分</a:t>
            </a:r>
            <a:r>
              <a:rPr sz="1800" b="0" dirty="0">
                <a:solidFill>
                  <a:srgbClr val="6B6B6B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即時辨識程式 webcam.py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說明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沿用 predict.py 的 Predictor 與 models/&lt;處理法&gt;/best.pth，不需重訓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顯示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好豆綠框、壞豆紅框，框上標壞豆信心度 p_bad；上方顯示好 / 壞數量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按鍵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1 / 2 / 3 切換水洗 / 日曬 / 蜜處理；空白鍵暫停；s 存圖；q 離開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效能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每 0.3 秒推論一次（--interval），其餘時間只更新畫面，避免卡頓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門檻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--bad-threshold 可調，預設 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改用手機鏡頭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03A2E"/>
                </a:solidFill>
                <a:latin typeface="Microsoft JhengHei"/>
              </a:rPr>
              <a:t>為什麼：webcam 無法對焦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多數 webcam 最近對焦距離約 10 ~ 15 公分，豆子太近會糊。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改用 Android「IP Webcam」App，程式讀取手機串流網址。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37960" y="1554480"/>
            <a:ext cx="489204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parser.add_argument("--source",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default="http://192.168.1.146:8080/video")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parser.add_argument("--rotate", type=int,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choices=(0, 90, 180, 270), default=90)</a:t>
            </a:r>
          </a:p>
          <a:p>
            <a:pPr algn="l">
              <a:spcAft>
                <a:spcPts val="0"/>
              </a:spcAft>
            </a:pPr>
            <a:endParaRPr sz="1300" b="0">
              <a:solidFill>
                <a:srgbClr val="2B2B2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is_url = not args.source.isdigit()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cap = cv2.VideoCapture(args.source) if is_url \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  else cv2.VideoCapture(int(args.source), cv2.CAP_DSHOW)</a:t>
            </a:r>
          </a:p>
          <a:p>
            <a:pPr algn="l">
              <a:spcAft>
                <a:spcPts val="0"/>
              </a:spcAft>
            </a:pPr>
            <a:endParaRPr sz="1300" b="0">
              <a:solidFill>
                <a:srgbClr val="2B2B2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frame = cv2.rotate(frame, ROTATIONS[args.rotate])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--source 同時接受鏡頭編號或網址；--rotate 預設順時針轉 90 度。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仍保留 webcam 的對焦控制（f、[ ]、p）。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實際執行畫面：逐顆偵測並標出壞豆信心度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1D14"/>
                </a:solidFill>
                <a:latin typeface="Microsoft JhengHei"/>
              </a:rPr>
              <a:t>t = 8 秒：好豆 6、壞豆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83480" y="11430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03A2E"/>
                </a:solidFill>
                <a:latin typeface="Microsoft JhengHei"/>
              </a:rPr>
              <a:t>t = 36 秒：好豆 1、壞豆 5</a:t>
            </a:r>
          </a:p>
        </p:txBody>
      </p:sp>
      <p:pic>
        <p:nvPicPr>
          <p:cNvPr id="5" name="Picture 4" descr="video_8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4310743" cy="4023360"/>
          </a:xfrm>
          <a:prstGeom prst="rect">
            <a:avLst/>
          </a:prstGeom>
        </p:spPr>
      </p:pic>
      <p:pic>
        <p:nvPicPr>
          <p:cNvPr id="6" name="Picture 5" descr="video_36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600200"/>
            <a:ext cx="4310743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55480" y="1600200"/>
            <a:ext cx="219456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Microsoft JhengHei"/>
              </a:rPr>
              <a:t>6 顆分散的豆子都被獨立框出，其中 2 顆相貼的也被 watershed 切開。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Microsoft JhengHei"/>
              </a:rPr>
              <a:t>框上數字 = p_bad；紅框為壞豆，綠框為好豆。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Microsoft JhengHei"/>
              </a:rPr>
              <a:t>舊做法（find_bean_box）假設畫面只有一顆豆子，在同類畫面一顆都找不到。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來源：10/21 webcam.py 螢幕錄影（水洗模型、手機串流）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逐顆偵測的原理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HSV 顏色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Microsoft JhengHei"/>
              </a:rPr>
              <a:t>色相 10~45 → 黃綠 / 橄欖色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Microsoft JhengHei"/>
              </a:rPr>
              <a:t>白紙、灰色金屬、藍色零件排除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55448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47872" y="1783080"/>
            <a:ext cx="548640" cy="54864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7872" y="1783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56032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形態學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108960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Microsoft JhengHei"/>
              </a:rPr>
              <a:t>開運算去雜點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Microsoft JhengHei"/>
              </a:rPr>
              <a:t>閉運算補洞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64224" y="1783080"/>
            <a:ext cx="548640" cy="54864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783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56032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Watershed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108960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Microsoft JhengHei"/>
              </a:rPr>
              <a:t>距離轉換找每顆中心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Microsoft JhengHei"/>
              </a:rPr>
              <a:t>切開互相碰到的豆子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55448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80576" y="1783080"/>
            <a:ext cx="548640" cy="54864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0576" y="1783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56032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過濾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3108960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Microsoft JhengHei"/>
              </a:rPr>
              <a:t>碰邊緣、太細長、填滿比例低、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Microsoft JhengHei"/>
              </a:rPr>
              <a:t>面積過大者一律捨棄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裁切方式與訓練資料相同：以豆子為中心、邊長 = 長邊 × 1.5、縮成 256，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B6B"/>
                </a:solidFill>
                <a:latin typeface="Microsoft JhengHei"/>
              </a:rPr>
              <a:t>確保模型看到的輸入格式一致。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程式碼 ①　webcam.py：找豆子與裁切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852160" cy="47548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539496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hsv = cv2.cvtColor(frame, cv2.COLOR_BGR2HSV)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mask = cv2.inRange(hsv, (10, 45, 25), (45, 255, 255))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mask = cv2.morphologyEx(mask, MORPH_OPEN, k5)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mask = cv2.morphologyEx(mask, MORPH_CLOSE, k9)</a:t>
            </a:r>
          </a:p>
          <a:p>
            <a:pPr algn="l">
              <a:spcAft>
                <a:spcPts val="0"/>
              </a:spcAft>
            </a:pPr>
            <a:endParaRPr sz="1250" b="0">
              <a:solidFill>
                <a:srgbClr val="2B2B2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dist = cv2.distanceTransform(mask, cv2.DIST_L2, 5)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_, sure_fg = cv2.threshold(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dist, 0.5 * dist.max(), 255, cv2.THRESH_BINARY)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...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markers = cv2.watershed(frame, markers)</a:t>
            </a:r>
          </a:p>
          <a:p>
            <a:pPr algn="l">
              <a:spcAft>
                <a:spcPts val="0"/>
              </a:spcAft>
            </a:pPr>
            <a:endParaRPr sz="1250" b="0">
              <a:solidFill>
                <a:srgbClr val="2B2B2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# 每個 label 取外框後過濾（前三種條件）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if touches_border(box):         continue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if max(w, h) &gt; 2.2 * min(w, h): continue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if len(xs) / (w * h) &lt; 0.55:    continue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# 第四種「面積過大」另外與同畫面中位數比較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71600"/>
            <a:ext cx="4983480" cy="329184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1554480"/>
            <a:ext cx="452628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boxes = find_beans(frame)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crops = [crop_square(pil, box) for box in boxes]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preds = get_predictor(method).predict(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crops, crop=False)   # 已經裁好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results = [(box, p_bad)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for box, (_, _, p_bad) in zip(boxes, preds)]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4937760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crop_square 與 prepare_dataset.crop_bean 相同，訓練與推論輸入一致。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Jetson Nano 端 bean_classifier.py：通訊流程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468880" cy="20116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Arduino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豆子經過感測器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送出 S,編號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5808" y="237744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77D2E"/>
                </a:solidFill>
                <a:latin typeface="Microsoft Jheng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645920"/>
            <a:ext cx="2468880" cy="20116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47872" y="18288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Jetson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37744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收到 S 立刻取畫面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交辨識執行緒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37744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77D2E"/>
                </a:solidFill>
                <a:latin typeface="Microsoft Jheng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468880" cy="20116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4224" y="18288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37744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裁出豆子 → ResNet18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p_bad ≥ 門檻 → BAD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237744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77D2E"/>
                </a:solidFill>
                <a:latin typeface="Microsoft Jheng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1645920"/>
            <a:ext cx="2468880" cy="20116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0576" y="18288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回傳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237744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GOOD,編號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或 BAD,編號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• 序列埠 /dev/ttyACM0、115200；相機背景執行緒；USB 斷線自動重連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• 辨識另開執行緒：避免前一顆還在辨識，下一顆照片拍太晚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• 辨識失敗一律回 BAD（寧可誤殺，不放過）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• 只依賴 torch、torchvision、PIL、numpy；不用 predict.py（會匯入 matplotlib）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程式碼 ②　bean_classifier.py：模型與通訊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530352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@torch.no_grad()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def p_bad(self, frame):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image = Image.fromarray(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cv2.cvtColor(frame, cv2.COLOR_BGR2RGB))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image = crop_bean(image, CROP_SIZE)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x = self.transform(image).unsqueeze(0)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return torch.softmax(self.model(x.to(self.device)),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dim=1)[0, self.bad_index].item()</a:t>
            </a:r>
          </a:p>
          <a:p>
            <a:pPr algn="l">
              <a:spcAft>
                <a:spcPts val="0"/>
              </a:spcAft>
            </a:pPr>
            <a:endParaRPr sz="1250" b="0">
              <a:solidFill>
                <a:srgbClr val="2B2B2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def classify_bean(model, frame):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return "BAD" if model.p_bad(frame) \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&gt;= BAD_THRESHOLD else "GOOD"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074920" cy="47548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12280" y="1554480"/>
            <a:ext cx="461772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def parse_request(line):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if not line.startswith("S,"):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return None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try: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bean_id = int(line[2:])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except ValueError: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return None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return bean_id if 0 &lt;= bean_id &lt;= 65535 \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else None</a:t>
            </a:r>
          </a:p>
          <a:p>
            <a:pPr algn="l">
              <a:spcAft>
                <a:spcPts val="0"/>
              </a:spcAft>
            </a:pPr>
            <a:endParaRPr sz="1250" b="0">
              <a:solidFill>
                <a:srgbClr val="2B2B2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# 主迴圈：收到 S 立刻取畫面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jobs.put((bean_id, received_at, camera.read()))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# 辨識失敗 -&gt; BAD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link.send("{},{}\n".format(result, bean_id))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驗證結果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021342"/>
              </p:ext>
            </p:extLst>
          </p:nvPr>
        </p:nvGraphicFramePr>
        <p:xfrm>
          <a:off x="548640" y="155448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結果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水洗模型 × 原圖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好豆 6 張、壞豆 6 張，12 / 12 判對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單顆辨識時間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約 70 ~ 100 ms（本機 GPU）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手機畫面偵測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錄影畫面中 6 顆分散的豆子全部框出；金屬反光與豆堆中心被排除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B2B2B"/>
                          </a:solidFill>
                          <a:latin typeface="Microsoft JhengHei"/>
                        </a:rPr>
                        <a:t>Jetson 實機（序列埠 / 相機 / 執行緒）</a:t>
                      </a:r>
                    </a:p>
                  </a:txBody>
                  <a:tcPr anchor="ctr">
                    <a:solidFill>
                      <a:srgbClr val="E8D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2B2B2B"/>
                          </a:solidFill>
                          <a:latin typeface="Microsoft JhengHei"/>
                        </a:rPr>
                        <a:t>尚未驗證</a:t>
                      </a:r>
                      <a:endParaRPr sz="1600" b="1" dirty="0">
                        <a:solidFill>
                          <a:srgbClr val="2B2B2B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E8DC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遇到的問題與檢討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  <a:latin typeface="Microsoft JhengHei"/>
              </a:rPr>
              <a:t>Jetson 相容性風險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model.py 用 torch.load(weights_only=True)，需 PyTorch ≥ 1.13；JetPack 4.x 多為 Python 3.6 + 舊版 PyTorch，可能不支援。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1D14"/>
                </a:solidFill>
                <a:latin typeface="Microsoft JhengHei"/>
              </a:rPr>
              <a:t>Jetson 耗時未知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3931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本機 70~100 ms，Nano 一定更慢，需與「D2→D3 行進時間 − 0.3 秒」比較。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1D14"/>
                </a:solidFill>
                <a:latin typeface="Microsoft JhengHei"/>
              </a:rPr>
              <a:t>偵測前提較嚴格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8523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需白紙背景、豆子分開；其他顏色物件、黏在一起、被邊緣切到都不判斷。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下週計劃（10/22 – 10/28）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01168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icrosoft JhengHei"/>
              </a:rPr>
              <a:t>Jetson Nano 實機測試：先確認 PyTorch 版本與 weights_only 問題，再依 Arduino 端的規格逐項驗收（序列埠通訊、相機取像、辨識回傳），並量測耗時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84048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84048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icrosoft JhengHei"/>
              </a:rPr>
              <a:t>檢查輸送帶拍照時機與背景：用 SAVE_DIR 存下實際照片，必要時調整 CAPTURE_DELAY_S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1193</Words>
  <Application>Microsoft Office PowerPoint</Application>
  <PresentationFormat>寬螢幕</PresentationFormat>
  <Paragraphs>176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泰羲 吳</cp:lastModifiedBy>
  <cp:revision>4</cp:revision>
  <dcterms:created xsi:type="dcterms:W3CDTF">2013-01-27T09:14:16Z</dcterms:created>
  <dcterms:modified xsi:type="dcterms:W3CDTF">2026-10-22T09:30:41Z</dcterms:modified>
  <cp:category/>
</cp:coreProperties>
</file>